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79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7" r:id="rId23"/>
  </p:sldIdLst>
  <p:sldSz cx="10058400" cy="5943600"/>
  <p:notesSz cx="59436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66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08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_v5\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_v6\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single_slide_fixes\slide_10_peripheral_wording_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4EBFF78-CE4B-A9DD-F63B-DBA9D471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29" y="1130970"/>
            <a:ext cx="8425919" cy="3320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8FEF084-D474-B388-6A5D-49DC104D7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6110"/>
            <a:ext cx="9144000" cy="24904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_v4\slide_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  <p:pic>
        <p:nvPicPr>
          <p:cNvPr id="3" name="video">
            <a:hlinkClick r:id="" action="ppaction://media"/>
            <a:extLst>
              <a:ext uri="{FF2B5EF4-FFF2-40B4-BE49-F238E27FC236}">
                <a16:creationId xmlns:a16="http://schemas.microsoft.com/office/drawing/2014/main" id="{66A15CFE-10CB-8825-55D7-9E1880AD8B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87416" y="1200628"/>
            <a:ext cx="5838092" cy="3307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MAIN_ing\10_Projects\RISC_AXI\ppt_assets\ppt_render_slides_22\slid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</Words>
  <Application>Microsoft Office PowerPoint</Application>
  <PresentationFormat>사용자 지정</PresentationFormat>
  <Paragraphs>22</Paragraphs>
  <Slides>22</Slides>
  <Notes>22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RISC_AXI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MCU Project</dc:title>
  <dc:subject>RISC-V AXI Mini MCU Project</dc:subject>
  <dc:creator>Codex</dc:creator>
  <cp:lastModifiedBy>user</cp:lastModifiedBy>
  <cp:revision>7</cp:revision>
  <dcterms:created xsi:type="dcterms:W3CDTF">2026-05-07T19:07:34Z</dcterms:created>
  <dcterms:modified xsi:type="dcterms:W3CDTF">2026-05-08T00:51:55Z</dcterms:modified>
</cp:coreProperties>
</file>